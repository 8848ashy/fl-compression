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D9224-0392-0A6F-A373-C1185286E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74D3E6-96A6-6506-7A5A-795E0E604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673FDE-95D2-15A7-D42C-D30FD6FD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624-43C7-471C-BE7A-3021A7361BB9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986A1F-EEF5-6CCD-324F-1B892710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A0672C-B951-BBC8-D6B4-49A93666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44C7-9DD7-40E8-90F9-F60009D1C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02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947C9-07C6-6463-90E8-71AC4B768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54828F-6233-8A80-5DA1-5CB5D62F7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74CBF9-EB34-F2AD-84FA-A6D84E7BB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624-43C7-471C-BE7A-3021A7361BB9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4A0021-D24A-496F-0905-2FEADDD8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3D0E99-0BEB-CCCA-5558-3A19DFFC7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44C7-9DD7-40E8-90F9-F60009D1C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70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C914E-9DBF-38C3-BB20-C00185C7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2B3941-AF0D-1928-23C9-92118AEC1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445BD4-8516-DABD-9499-39B839C7A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624-43C7-471C-BE7A-3021A7361BB9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72FE96-8BF9-6822-73CF-4BF9FAF40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126DE0-31B4-84BA-89D8-A02FC9D9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44C7-9DD7-40E8-90F9-F60009D1C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70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D9052-ABF7-3491-D3FA-B6DEB3BF0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2F65B-4C49-130D-7CAA-BC6B5FDEF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27BACD-1B23-9CE1-1B77-3188ADB64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748916-0D1A-F671-ACFD-7C284983A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624-43C7-471C-BE7A-3021A7361BB9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AD7103-CD47-0A0A-2A68-B0AFAB57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498FF6-01B2-53A4-48C3-D2ED9D3A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44C7-9DD7-40E8-90F9-F60009D1C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891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F28BC-1099-D06D-C8CD-FFFA14F7A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03D7B1-3182-6176-1CF8-23BBBE4E5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923ED6-1413-A5CD-B5B4-C70D86289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56FBF22-C545-9F16-EC04-C91D64403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39647C-2151-6292-2AD7-A751219428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FFEC9F-EAD7-7DB6-788F-A6A8FD944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624-43C7-471C-BE7A-3021A7361BB9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B321F0-0EDA-F417-CB08-C6BED2444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EE5235-4EA3-8261-880F-B7440078F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44C7-9DD7-40E8-90F9-F60009D1C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82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5EE18-EFD8-5ACF-C016-25154806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0C7FD2-8AAB-303A-5A66-0CD8182B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624-43C7-471C-BE7A-3021A7361BB9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66C737-B340-D1CE-F5CB-A7AA5914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4941FA-45BA-EC79-A78A-78FF5D9F7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44C7-9DD7-40E8-90F9-F60009D1C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228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3489C7-BEF8-DCD3-9DA9-1E513587F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624-43C7-471C-BE7A-3021A7361BB9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4E4E10-A6F5-AA29-41C8-155FD895F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BD0B1A-D9C2-8FE8-8A8B-B99AA5DF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44C7-9DD7-40E8-90F9-F60009D1C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741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957BC-94B4-F59B-C702-04B2BDA41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E44D93-9D67-48AE-8F03-36DC8B0FC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FA4669-B220-18CB-A2A4-14D664F6D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F89E9E-86DF-C92D-4DCA-AB923D52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624-43C7-471C-BE7A-3021A7361BB9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FC5B4E-7F66-A284-9FBA-A1FE6BA4E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1F4132-D447-319D-26BD-B80F4665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44C7-9DD7-40E8-90F9-F60009D1C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642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A179C-F879-3CA9-D463-50F91C233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EF7E2A-7C45-A952-F172-422354CCA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9438D9-89B8-8083-FC1E-DFBF75D14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7E8C54-93C7-4E81-438D-984AB0668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624-43C7-471C-BE7A-3021A7361BB9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83EB86-E082-CE2E-EC39-2F7A6D3F7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DFA9FD-D273-28F7-243B-687D66C5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44C7-9DD7-40E8-90F9-F60009D1C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503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D58B1-0336-F53C-506D-4C195809B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4CA231-20C7-BFAE-598E-36FA808A4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07A4FD-7732-7F30-19D3-D02384FA0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624-43C7-471C-BE7A-3021A7361BB9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E2A934-6DA9-91D0-D4CA-AEF5128E1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2411CA-02FE-32CD-2642-A8E8028C3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44C7-9DD7-40E8-90F9-F60009D1C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816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8154AD-B384-323B-89B2-4B81CA9A7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5F684A-E5D7-741C-66C2-9AA3485F0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EDD474-4C6E-1735-5E78-90659EC2A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624-43C7-471C-BE7A-3021A7361BB9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0ACF6-E35E-C691-B8AB-22AF3D3D1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2F73CE-8813-1D38-D592-DB507CD35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44C7-9DD7-40E8-90F9-F60009D1C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209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2E9691-6EAF-9BEB-480E-6D6C3CC85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D7E2DE-9BE6-B50B-9C3B-24D701ABB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FC2254-0C32-7725-3BE6-361B0C478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26624-43C7-471C-BE7A-3021A7361BB9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F037E0-9915-9009-6EB7-EC0A8C51E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E80413-2893-1295-9BE9-18A707567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444C7-9DD7-40E8-90F9-F60009D1C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03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529A8-5317-F74E-4CAB-DFA588FD8C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EE0E89-64DC-CFBD-FA9B-85CEEB36E5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B00DD6-8670-C1F1-615B-B402606C7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1" y="805886"/>
            <a:ext cx="8229600" cy="490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96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8715EA-D946-81B6-F022-3399D173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312A5442-FA93-FD50-E7F2-120649DE3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022" y="4939612"/>
            <a:ext cx="2029108" cy="18862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42218DA-F2B9-87D2-8E50-CD7E98AA6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60" y="671715"/>
            <a:ext cx="5734850" cy="43059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9932268-821A-549A-328C-6E07AEAC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76086"/>
            <a:ext cx="5934903" cy="60015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F720526-C097-C5C8-6EA7-A045E4599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090874"/>
            <a:ext cx="5839640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411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16040-BB08-0E0D-A080-195F1E0E3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E1CC5EE-6D40-9D52-4D18-82FA2255B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72201" cy="342900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9BE49AE-9005-B265-01AB-F0103AEF8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3333750"/>
            <a:ext cx="63436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60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Haocheng Zhang</dc:creator>
  <cp:lastModifiedBy>Haocheng Zhang</cp:lastModifiedBy>
  <cp:revision>3</cp:revision>
  <dcterms:created xsi:type="dcterms:W3CDTF">2026-10-09T08:21:31Z</dcterms:created>
  <dcterms:modified xsi:type="dcterms:W3CDTF">2026-10-09T09:33:10Z</dcterms:modified>
</cp:coreProperties>
</file>