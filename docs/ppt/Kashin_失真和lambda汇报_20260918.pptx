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cb8b97762f4b31" /><Relationship Type="http://schemas.openxmlformats.org/officeDocument/2006/relationships/extended-properties" Target="/docProps/app.xml" Id="Ra74d0f358f244836" /><Relationship Type="http://schemas.openxmlformats.org/officeDocument/2006/relationships/officeDocument" Target="/ppt/presentation.xml" Id="R604bf95da6b249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563c39d305479f"/>
  </p:sldMasterIdLst>
  <p:notesMasterIdLst>
    <p:notesMasterId xmlns:r="http://schemas.openxmlformats.org/officeDocument/2006/relationships" r:id="Rb246ca020e9a4489"/>
  </p:notesMasterIdLst>
  <p:sldIdLst>
    <p:sldId xmlns:r="http://schemas.openxmlformats.org/officeDocument/2006/relationships" id="256" r:id="Rb848aa1c6cb34079"/>
    <p:sldId xmlns:r="http://schemas.openxmlformats.org/officeDocument/2006/relationships" id="257" r:id="Reaf3c01f088d4df5"/>
    <p:sldId xmlns:r="http://schemas.openxmlformats.org/officeDocument/2006/relationships" id="258" r:id="Rd8d13206b9e94cc8"/>
    <p:sldId xmlns:r="http://schemas.openxmlformats.org/officeDocument/2006/relationships" id="259" r:id="R3c2668f3ad464984"/>
    <p:sldId xmlns:r="http://schemas.openxmlformats.org/officeDocument/2006/relationships" id="260" r:id="R5e1ae5f065404a54"/>
    <p:sldId xmlns:r="http://schemas.openxmlformats.org/officeDocument/2006/relationships" id="261" r:id="R4fd7c14c485643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4f9fa8c9a7457c" /><Relationship Type="http://schemas.openxmlformats.org/officeDocument/2006/relationships/slideMaster" Target="/ppt/slideMasters/slideMaster1.xml" Id="R41563c39d305479f" /><Relationship Type="http://schemas.openxmlformats.org/officeDocument/2006/relationships/notesMaster" Target="/ppt/notesMasters/notesMaster1.xml" Id="Rb246ca020e9a4489" /><Relationship Type="http://schemas.openxmlformats.org/officeDocument/2006/relationships/presProps" Target="/ppt/presProps.xml" Id="R47bb4b68d3044d14" /><Relationship Type="http://schemas.openxmlformats.org/officeDocument/2006/relationships/tableStyles" Target="/ppt/tableStyles.xml" Id="R84f419e481314dc9" /><Relationship Type="http://schemas.openxmlformats.org/officeDocument/2006/relationships/slide" Target="/ppt/slides/slide1.xml" Id="Rb848aa1c6cb34079" /><Relationship Type="http://schemas.openxmlformats.org/officeDocument/2006/relationships/slide" Target="/ppt/slides/slide2.xml" Id="Reaf3c01f088d4df5" /><Relationship Type="http://schemas.openxmlformats.org/officeDocument/2006/relationships/slide" Target="/ppt/slides/slide3.xml" Id="Rd8d13206b9e94cc8" /><Relationship Type="http://schemas.openxmlformats.org/officeDocument/2006/relationships/slide" Target="/ppt/slides/slide4.xml" Id="R3c2668f3ad464984" /><Relationship Type="http://schemas.openxmlformats.org/officeDocument/2006/relationships/slide" Target="/ppt/slides/slide5.xml" Id="R5e1ae5f065404a54" /><Relationship Type="http://schemas.openxmlformats.org/officeDocument/2006/relationships/slide" Target="/ppt/slides/slide6.xml" Id="R4fd7c14c485643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9e6a49f44e4f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bc745347784f32" /><Relationship Type="http://schemas.openxmlformats.org/officeDocument/2006/relationships/notesMaster" Target="/ppt/notesMasters/notesMaster1.xml" Id="R8fcb4cc6bbed41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9a0d289ea14b83" /><Relationship Type="http://schemas.openxmlformats.org/officeDocument/2006/relationships/notesMaster" Target="/ppt/notesMasters/notesMaster1.xml" Id="Rdd312f73096844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00b46b4a1345ac" /><Relationship Type="http://schemas.openxmlformats.org/officeDocument/2006/relationships/notesMaster" Target="/ppt/notesMasters/notesMaster1.xml" Id="R4718bd2d894c4c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5172be1a304527" /><Relationship Type="http://schemas.openxmlformats.org/officeDocument/2006/relationships/notesMaster" Target="/ppt/notesMasters/notesMaster1.xml" Id="Rda62b74405fd47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e56cbfb340483d" /><Relationship Type="http://schemas.openxmlformats.org/officeDocument/2006/relationships/notesMaster" Target="/ppt/notesMasters/notesMaster1.xml" Id="R7b0e92f4132b4e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ea94b37dd4c4a3f" /><Relationship Type="http://schemas.openxmlformats.org/officeDocument/2006/relationships/notesMaster" Target="/ppt/notesMasters/notesMaster1.xml" Id="R2ccb0ca4409148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本次汇报使用本项目已运行的实验图。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图源：D:/FL/plots/kashin_lambda_tradeoff_per_dim.png。该图是旧实验，只用来说明当时的问题，不作为当前结论。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实验：experiments.matched_distortion；结果目录 results/20260917_235716_matched_distortion/。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图源：D:/FL/plots/20260917_235716_matched_distortion.png；5 seeds，3 snapshots，12 stochastic-rounding draws。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图源：D:/FL/plots/20260918_003054_accuracy_and_communication.png；完整结果 results/20260918_003054_matched_accuracy/。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文献：Safaryan et al. 2022 比较 λ=1.1,1.5,2.0；Saha et al. 2022 指出固定预算下常倾向 λ 接近 1。详见 docs/Research_Overview_20260918.md。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34f4dbd8c4c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6c52b2db134188" /><Relationship Type="http://schemas.openxmlformats.org/officeDocument/2006/relationships/slideLayout" Target="/ppt/slideLayouts/slideLayout1.xml" Id="R60c9cf032a6445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c9cf032a6445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5e4fb5ae584894" /><Relationship Type="http://schemas.openxmlformats.org/officeDocument/2006/relationships/notesSlide" Target="/ppt/notesSlides/notesSlide1.xml" Id="R4e5b84a9af3e40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87e4ffd3244b4" /><Relationship Type="http://schemas.openxmlformats.org/officeDocument/2006/relationships/image" Target="/ppt/media/image.png" Id="R032fdf87df8145bd" /><Relationship Type="http://schemas.openxmlformats.org/officeDocument/2006/relationships/notesSlide" Target="/ppt/notesSlides/notesSlide2.xml" Id="R557376f5907041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3fb9980e441ca" /><Relationship Type="http://schemas.openxmlformats.org/officeDocument/2006/relationships/notesSlide" Target="/ppt/notesSlides/notesSlide3.xml" Id="Rfae4f82affbb4e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ed64a69fd42d9" /><Relationship Type="http://schemas.openxmlformats.org/officeDocument/2006/relationships/image" Target="/ppt/media/image2.png" Id="R30159ad25be740d2" /><Relationship Type="http://schemas.openxmlformats.org/officeDocument/2006/relationships/notesSlide" Target="/ppt/notesSlides/notesSlide4.xml" Id="Rd578377b5cd742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80873213c4620" /><Relationship Type="http://schemas.openxmlformats.org/officeDocument/2006/relationships/image" Target="/ppt/media/image3.png" Id="Radca2e593672438b" /><Relationship Type="http://schemas.openxmlformats.org/officeDocument/2006/relationships/notesSlide" Target="/ppt/notesSlides/notesSlide5.xml" Id="R793dfaaa0d9e41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af50e2eaa74e92" /><Relationship Type="http://schemas.openxmlformats.org/officeDocument/2006/relationships/notesSlide" Target="/ppt/notesSlides/notesSlide6.xml" Id="R708d826aa01a4c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B38FF-B443-457A-99FD-42D0124C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Kashin 压缩的失真误差和 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E9E9E-1731-4C92-8D35-6F38CB23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这次想回答两个问题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4BFAA-84D4-418F-A3E8-F757A483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933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1. Kashin 到底有没有让服务器收到的更新更准确？</a:t>
            </a:r>
          </a:p>
          <a:p xmlns:a="http://schemas.openxmlformats.org/drawingml/2006/main">
            <a:pPr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2. λ 变大以后，到底有没有可能更划算？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8FDC8-FCAC-4C01-87C3-A0EEF8D0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67300"/>
            <a:ext cx="857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MNIST + MLP；联邦学习上传模型更新；2026.09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E5946-F9D6-4BFB-A577-25E2EDF3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94596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50EEA-44D0-48BC-AB6F-0FF79FAF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上次的 λ 图告诉了我什么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15350-D162-4883-96CD-7111C836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18256-6021-454A-BCD0-1EFFA924B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2fdf87df8145bd"/>
          <a:stretch xmlns:a="http://schemas.openxmlformats.org/drawingml/2006/main"/>
        </p:blipFill>
        <p:spPr>
          <a:xfrm xmlns:a="http://schemas.openxmlformats.org/drawingml/2006/main">
            <a:off x="361950" y="1638300"/>
            <a:ext cx="6762750" cy="40576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BD27B-9821-4FA9-9E27-C83279D6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428750"/>
            <a:ext cx="3905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以前的图里，λ 变大以后，准确率没有明显变好。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422CA-1A2C-40DD-9AFD-69CF1C59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24125"/>
            <a:ext cx="3905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但这个图还有问题：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以前主要看最高准确率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单种子波动比较大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不清楚差异来自变换，还是来自训练随机性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B74A95-EDF0-4CA0-8CBC-869600AD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10125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所以这次先不直接问“准确率谁最高”，先问压缩本身带来了多少误差。</a:t>
            </a:r>
          </a:p>
        </p:txBody>
      </p:sp>
    </p:spTree>
    <p:extLst>
      <p:ext uri="{BB962C8B-B14F-4D97-AF65-F5344CB8AC3E}">
        <p14:creationId xmlns:p14="http://schemas.microsoft.com/office/powerpoint/2010/main" val="7159852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EE741F-79B0-417D-98CE-AC22BDD6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这次先测“服务器收到的更新差多少”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9090F-9AB0-4CB7-9D4A-CCE87B45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49470-EB3A-4CEF-9FDE-0C76AF78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DE664-8A05-424E-ACC0-E707E848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6191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BCD3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91A36-92E6-4425-A588-334D82E7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5572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同一批客户端更新，分别压缩，再比较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C0CBA-2C67-4627-90C3-E0784F7C1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真实平均更新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6A89A-8255-4552-B510-4B6FDC1E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88376-6FD5-4272-AB7D-D6E66B2B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523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46C0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46C0A"/>
                </a:solidFill>
                <a:latin typeface="Arial"/>
                <a:ea typeface="Arial"/>
                <a:cs typeface="Arial"/>
              </a:rPr>
              <a:t>压缩后恢复的平均更新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36EE3-EB43-461C-A466-F4C5F0C7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两者距离越小，说明压缩带来的误差越小。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5B63C-83A2-4E2B-89B8-BF802B7A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04950"/>
            <a:ext cx="400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这次把训练过程先固定住。每种方法看到的是同一批真实更新。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5440B-76D1-4344-9490-CAA6E425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67000"/>
            <a:ext cx="4000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5 个随机种子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每个种子取第 1、5、15 轮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每次更新重复量化 12 次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SRK、直接 Fourier、两种 Kashin 都用同一批输入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5579DC-DDA1-4F8E-92D0-A6BC2513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0125"/>
            <a:ext cx="400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这样测到的差别，主要就是压缩器本身的差别。</a:t>
            </a:r>
          </a:p>
        </p:txBody>
      </p:sp>
    </p:spTree>
    <p:extLst>
      <p:ext uri="{BB962C8B-B14F-4D97-AF65-F5344CB8AC3E}">
        <p14:creationId xmlns:p14="http://schemas.microsoft.com/office/powerpoint/2010/main" val="7000991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213877-46A5-42A9-BA69-818BD173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相同发送长度下，Kashin 的失真更小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54ABB-21C2-499B-9CA5-60E3FE31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1ECE6C-717F-4B9F-A875-6C778B98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59ad25be740d2"/>
          <a:stretch xmlns:a="http://schemas.openxmlformats.org/drawingml/2006/main"/>
        </p:blipFill>
        <p:spPr>
          <a:xfrm xmlns:a="http://schemas.openxmlformats.org/drawingml/2006/main">
            <a:off x="238125" y="2280505"/>
            <a:ext cx="7334250" cy="282086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CD2B4-BAB1-4D8D-81A6-EC93F183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3429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8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左图是这次最重要的结果。纵轴越低，说明服务器收到的平均更新越接近真实更新。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44050-D430-4A23-B318-49C7670A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95575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557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在相同系数个数、相同量化位数下：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SRK 作为基准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直接 Fourier 基本没有变好</a:t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• 两种 Kashin 都更低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2C16B8-A74E-473D-B8A3-22C7BC48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41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平均看，Kashin 的聚合失真比 SRK 低大约 20%。这说明它的“系数更均匀”确实有作用。</a:t>
            </a:r>
          </a:p>
        </p:txBody>
      </p:sp>
    </p:spTree>
    <p:extLst>
      <p:ext uri="{BB962C8B-B14F-4D97-AF65-F5344CB8AC3E}">
        <p14:creationId xmlns:p14="http://schemas.microsoft.com/office/powerpoint/2010/main" val="18442178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D5EB6-01E6-46B6-ADE8-F206CD8A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失真变小，还没有变成稳定的通信优势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6E9EA-890A-4A29-8CCB-EEFD703A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506AD-934B-49CD-9091-7D5EC464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a2e593672438b"/>
          <a:stretch xmlns:a="http://schemas.openxmlformats.org/drawingml/2006/main"/>
        </p:blipFill>
        <p:spPr>
          <a:xfrm xmlns:a="http://schemas.openxmlformats.org/drawingml/2006/main">
            <a:off x="228600" y="2219325"/>
            <a:ext cx="7239000" cy="28956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484218-59D1-41B4-9428-4EEE8B5F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81125"/>
            <a:ext cx="3476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左边看最终准确率，右边看先到 92% 时用了多少通信。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22C81-2E5F-4EB0-A43E-AC1BC01F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76500"/>
            <a:ext cx="3476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旧 Kashin 1-bit 比 SRK 1-bit 平均高 0.144 个百分点。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但只有 5 个种子，优势很小。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新版 Kashin 没有稳定超过旧版。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66CE9B-7DFF-4578-83B9-7AD2783D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14850"/>
            <a:ext cx="34766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28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到 92% 时，SRK 1-bit 平均 21.2 轮，Kashin 平均 21.8 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所以目前还不能说 Kashin 更省通信。</a:t>
            </a:r>
          </a:p>
        </p:txBody>
      </p:sp>
    </p:spTree>
    <p:extLst>
      <p:ext uri="{BB962C8B-B14F-4D97-AF65-F5344CB8AC3E}">
        <p14:creationId xmlns:p14="http://schemas.microsoft.com/office/powerpoint/2010/main" val="17125407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5A8C0-D300-433B-A828-E287971F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λ 可以研究，但范围要小，问题要问对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FFB0C-49FF-4AD6-8352-C55F87F15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85825"/>
            <a:ext cx="11201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 w="0">
            <a:solidFill>
              <a:srgbClr val="2E75B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D36B0-6F94-404F-BB6D-E9FC971A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C556B-AE75-428D-8AE6-7CB83A9C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523875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A"/>
          </a:solidFill>
          <a:ln xmlns:a="http://schemas.openxmlformats.org/drawingml/2006/main" w="9525">
            <a:solidFill>
              <a:srgbClr val="BCD3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A876A-010F-4614-B1CE-3B07990E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λ 变大以后，会同时发生两件事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3202F-B182-42A6-B9BB-8DB56CD3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好的一面：系数可能更均匀，量化误差可能更小。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33F7C-3635-40B0-AB9A-1C6BBF21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419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E46C0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46C0A"/>
                </a:solidFill>
                <a:latin typeface="Arial"/>
                <a:ea typeface="Arial"/>
                <a:cs typeface="Arial"/>
              </a:rPr>
              <a:t>代价：要发送更多系数，计算也会更慢。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D950AB-6436-4D86-AE80-05C92D51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91075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161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所以 λ 不能只看准确率，要同时看失真、通信和时间。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A4046-C970-40CD-B73C-4616F30C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我建议下一步只研究小范围 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F1A67-2014-4C2D-906A-18992873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λ = 1.1、1.288、1.5、1.75、2.0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9C93F3-5A2B-49FC-9363-0FA5F2C2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第一步：先用已经保存的真实更新，看失真和计算时间。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第二步：只挑少量有希望的 λ 再做完整训练。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最后比较：相同总通信量下，谁的准确率更高。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A202C4-2F0D-4283-B5E2-C64C007A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0540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61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75B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E75B6"/>
                </a:solidFill>
                <a:latin typeface="Arial"/>
                <a:ea typeface="Arial"/>
                <a:cs typeface="Arial"/>
              </a:rPr>
              <a:t>如果 λ 增大后只增加通信和时间，就不再往更大 λ 扩展。</a:t>
            </a:r>
          </a:p>
        </p:txBody>
      </p:sp>
    </p:spTree>
    <p:extLst>
      <p:ext uri="{BB962C8B-B14F-4D97-AF65-F5344CB8AC3E}">
        <p14:creationId xmlns:p14="http://schemas.microsoft.com/office/powerpoint/2010/main" val="12207489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2026-09-18T07:22:51.6880000Z</dcterms:created>
  <dcterms:modified xsi:type="dcterms:W3CDTF">2026-09-18T07:22:51.6880000Z</dcterms:modified>
</coreProperties>
</file>