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b082aa7fd84c12" /><Relationship Type="http://schemas.openxmlformats.org/officeDocument/2006/relationships/extended-properties" Target="/docProps/app.xml" Id="Rb50ffd3135eb40b9" /><Relationship Type="http://schemas.openxmlformats.org/officeDocument/2006/relationships/officeDocument" Target="/ppt/presentation.xml" Id="R501bf2ea2dc345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a1f5ac673a4edb"/>
  </p:sldMasterIdLst>
  <p:notesMasterIdLst>
    <p:notesMasterId xmlns:r="http://schemas.openxmlformats.org/officeDocument/2006/relationships" r:id="Re0e9fc521a0d4c41"/>
  </p:notesMasterIdLst>
  <p:sldIdLst>
    <p:sldId xmlns:r="http://schemas.openxmlformats.org/officeDocument/2006/relationships" id="256" r:id="R1c62d1b1650c40ff"/>
    <p:sldId xmlns:r="http://schemas.openxmlformats.org/officeDocument/2006/relationships" id="257" r:id="R6b60a6cb188c4a1a"/>
    <p:sldId xmlns:r="http://schemas.openxmlformats.org/officeDocument/2006/relationships" id="258" r:id="R3bf23a756b5b496d"/>
    <p:sldId xmlns:r="http://schemas.openxmlformats.org/officeDocument/2006/relationships" id="259" r:id="Rd1b88b63ff2d4095"/>
    <p:sldId xmlns:r="http://schemas.openxmlformats.org/officeDocument/2006/relationships" id="260" r:id="R73331de6ee2140b8"/>
    <p:sldId xmlns:r="http://schemas.openxmlformats.org/officeDocument/2006/relationships" id="261" r:id="R72bdf1f5a14c4b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45bc366c2e4050" /><Relationship Type="http://schemas.openxmlformats.org/officeDocument/2006/relationships/slideMaster" Target="/ppt/slideMasters/slideMaster1.xml" Id="R33a1f5ac673a4edb" /><Relationship Type="http://schemas.openxmlformats.org/officeDocument/2006/relationships/notesMaster" Target="/ppt/notesMasters/notesMaster1.xml" Id="Re0e9fc521a0d4c41" /><Relationship Type="http://schemas.openxmlformats.org/officeDocument/2006/relationships/presProps" Target="/ppt/presProps.xml" Id="Rf2d02814a98242a2" /><Relationship Type="http://schemas.openxmlformats.org/officeDocument/2006/relationships/tableStyles" Target="/ppt/tableStyles.xml" Id="R0e142d6407634629" /><Relationship Type="http://schemas.openxmlformats.org/officeDocument/2006/relationships/slide" Target="/ppt/slides/slide1.xml" Id="R1c62d1b1650c40ff" /><Relationship Type="http://schemas.openxmlformats.org/officeDocument/2006/relationships/slide" Target="/ppt/slides/slide2.xml" Id="R6b60a6cb188c4a1a" /><Relationship Type="http://schemas.openxmlformats.org/officeDocument/2006/relationships/slide" Target="/ppt/slides/slide3.xml" Id="R3bf23a756b5b496d" /><Relationship Type="http://schemas.openxmlformats.org/officeDocument/2006/relationships/slide" Target="/ppt/slides/slide4.xml" Id="Rd1b88b63ff2d4095" /><Relationship Type="http://schemas.openxmlformats.org/officeDocument/2006/relationships/slide" Target="/ppt/slides/slide5.xml" Id="R73331de6ee2140b8" /><Relationship Type="http://schemas.openxmlformats.org/officeDocument/2006/relationships/slide" Target="/ppt/slides/slide6.xml" Id="R72bdf1f5a14c4b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29bcca101a46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576bbde36c4d12" /><Relationship Type="http://schemas.openxmlformats.org/officeDocument/2006/relationships/notesMaster" Target="/ppt/notesMasters/notesMaster1.xml" Id="R3d5f180f6d2745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2f45049ca34e45" /><Relationship Type="http://schemas.openxmlformats.org/officeDocument/2006/relationships/notesMaster" Target="/ppt/notesMasters/notesMaster1.xml" Id="Raa69695f3eec4a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33b7a63e0b46a1" /><Relationship Type="http://schemas.openxmlformats.org/officeDocument/2006/relationships/notesMaster" Target="/ppt/notesMasters/notesMaster1.xml" Id="Ra3f14e91239349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2b4f7e810c47e6" /><Relationship Type="http://schemas.openxmlformats.org/officeDocument/2006/relationships/notesMaster" Target="/ppt/notesMasters/notesMaster1.xml" Id="Rcf9b14395eea40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2a4f89ee964bd9" /><Relationship Type="http://schemas.openxmlformats.org/officeDocument/2006/relationships/notesMaster" Target="/ppt/notesMasters/notesMaster1.xml" Id="Rf29cbc4cde5141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1334e94cb04aee" /><Relationship Type="http://schemas.openxmlformats.org/officeDocument/2006/relationships/notesMaster" Target="/ppt/notesMasters/notesMaster1.xml" Id="Rb399aa5f6c784c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本次汇报使用本项目已运行的实验图。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图源：D:/FL/plots/kashin_lambda_tradeoff_per_dim.png。该图是旧实验，只用来说明当时的问题，不作为当前结论。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实验：experiments.matched_distortion；结果目录 results/20260917_235716_matched_distortion/。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图源：D:/FL/plots/20260917_235716_matched_distortion.png；5 seeds，3 snapshots，12 stochastic-rounding draws。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图源：D:/FL/plots/20260918_003054_accuracy_and_communication.png；完整结果 results/20260918_003054_matched_accuracy/。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Safaryan, Shulgin, Richtárik, Uncertainty Principle for Communication Compression..., 2022：empirical variance comparison + distributed quadratic optimization. DRIVE, NeurIPS 2021 supplementary：accuracy-per-round federated CNN experiments comparing Kashin + 1-bit SQ.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ac52be9e54f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69650cd7e24037" /><Relationship Type="http://schemas.openxmlformats.org/officeDocument/2006/relationships/slideLayout" Target="/ppt/slideLayouts/slideLayout1.xml" Id="R4e23794c56a34c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23794c56a34c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1f68cff504b47" /><Relationship Type="http://schemas.openxmlformats.org/officeDocument/2006/relationships/notesSlide" Target="/ppt/notesSlides/notesSlide1.xml" Id="R035ba289ed814b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d932603664dab" /><Relationship Type="http://schemas.openxmlformats.org/officeDocument/2006/relationships/image" Target="/ppt/media/image.png" Id="Rc424c8c7f7204354" /><Relationship Type="http://schemas.openxmlformats.org/officeDocument/2006/relationships/notesSlide" Target="/ppt/notesSlides/notesSlide2.xml" Id="Rca88759dc9d347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7d211b71648bf" /><Relationship Type="http://schemas.openxmlformats.org/officeDocument/2006/relationships/notesSlide" Target="/ppt/notesSlides/notesSlide3.xml" Id="R3a505fba637248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7a1045fa14d91" /><Relationship Type="http://schemas.openxmlformats.org/officeDocument/2006/relationships/image" Target="/ppt/media/image2.png" Id="Rf4ef31a590f2490b" /><Relationship Type="http://schemas.openxmlformats.org/officeDocument/2006/relationships/notesSlide" Target="/ppt/notesSlides/notesSlide4.xml" Id="Rf9365112a1f143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1567c8fa94936" /><Relationship Type="http://schemas.openxmlformats.org/officeDocument/2006/relationships/image" Target="/ppt/media/image3.png" Id="R73641856a25442ae" /><Relationship Type="http://schemas.openxmlformats.org/officeDocument/2006/relationships/notesSlide" Target="/ppt/notesSlides/notesSlide5.xml" Id="R0f589677c77e4c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c12ae6e30459c" /><Relationship Type="http://schemas.openxmlformats.org/officeDocument/2006/relationships/notesSlide" Target="/ppt/notesSlides/notesSlide6.xml" Id="Rf3eabde7c65a42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1E6EB-6CDA-4780-AA14-0D7BCFDD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Kashin 压缩的失真误差和 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77A6C-46E9-4FC7-AF72-1A47E246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这次想回答两个问题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12E25-63D8-420B-A8A2-65079FA5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933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1. Kashin 到底有没有让服务器收到的更新更准确？</a:t>
            </a:r>
          </a:p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2. λ 变大以后，到底有没有可能更划算？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3C33F-9BEE-4D70-900E-DD34DFEE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MNIST + MLP；联邦学习上传模型更新；2026.09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A10A0-7C58-4303-9413-F48AB56A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39645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80526-39F1-40A5-9659-10437EEA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上次的 λ 图告诉了我什么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8EFA5-B4CA-454B-981E-9A7D37F4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9DC2A-8FE9-4EF5-A7A2-90E2C44B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4c8c7f7204354"/>
          <a:stretch xmlns:a="http://schemas.openxmlformats.org/drawingml/2006/main"/>
        </p:blipFill>
        <p:spPr>
          <a:xfrm xmlns:a="http://schemas.openxmlformats.org/drawingml/2006/main">
            <a:off x="361950" y="1638300"/>
            <a:ext cx="6762750" cy="4057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822B2-668E-460B-A118-06CA633F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287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以前的图里，λ 变大以后，准确率没有明显变好。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64458-238A-423D-800F-B497D51B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24125"/>
            <a:ext cx="390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但这个图还有问题：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以前主要看最高准确率。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单种子波动比较大。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差异来自变换，还是训练随机性，还不清楚。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278E7-FA73-4109-8036-16E6A67D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1012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所以这次先不直接问“准确率谁最高”，先问压缩本身带来了多少误差。</a:t>
            </a:r>
          </a:p>
        </p:txBody>
      </p:sp>
    </p:spTree>
    <p:extLst>
      <p:ext uri="{BB962C8B-B14F-4D97-AF65-F5344CB8AC3E}">
        <p14:creationId xmlns:p14="http://schemas.microsoft.com/office/powerpoint/2010/main" val="6323899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62AF2-C116-4A1A-A2C8-35F3B1A7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这次先测“服务器收到的更新差多少”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F607E-061A-46C5-8AE8-CBDE5208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343FB-8824-4C2E-8955-917D88F2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548AC-0CC8-4510-A825-0FC85765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BCD3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1689D-3C55-48A5-82CD-7BAB2930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同一批客户端更新，分别压缩，再比较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5D87A-095E-4F3D-A22A-AAE38897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真实平均更新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6CF6B-D3E9-40C7-9ACF-E847CFC3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49A13-5B20-4619-A9E6-7263546D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46C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46C0A"/>
                </a:solidFill>
                <a:latin typeface="Arial"/>
                <a:ea typeface="Arial"/>
                <a:cs typeface="Arial"/>
              </a:rPr>
              <a:t>压缩后恢复的平均更新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C7CAA-D5EA-4B55-89B7-B9E36751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两者距离越小，说明压缩带来的误差越小。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9F0D2-883E-4F11-87BC-9BAD14C3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这次把训练过程先固定住。每种方法看到的是同一批真实更新。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1D0FC-0E7B-40C5-A4EB-6FE27F53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5 个随机种子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每个种子取第 1、5、15 轮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每次更新重复量化 12 次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SRK、直接 Fourier、两种 Kashin 都用同一批输入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400D7-89F0-4513-8A45-D6858F83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这样测到的差别，主要就是压缩器本身的差别。</a:t>
            </a:r>
          </a:p>
        </p:txBody>
      </p:sp>
    </p:spTree>
    <p:extLst>
      <p:ext uri="{BB962C8B-B14F-4D97-AF65-F5344CB8AC3E}">
        <p14:creationId xmlns:p14="http://schemas.microsoft.com/office/powerpoint/2010/main" val="610326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2C73D-7BA7-4868-B061-92F5016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相同发送长度下，Kashin 的失真更小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36646-0454-4C70-BB0F-6E07EBC0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F455D-D19F-4E06-AFC3-AF4359C0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f31a590f2490b"/>
          <a:stretch xmlns:a="http://schemas.openxmlformats.org/drawingml/2006/main"/>
        </p:blipFill>
        <p:spPr>
          <a:xfrm xmlns:a="http://schemas.openxmlformats.org/drawingml/2006/main">
            <a:off x="238125" y="2280505"/>
            <a:ext cx="7334250" cy="28208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B3BCD-7768-4004-813D-9FE35ABE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8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左图是这次最重要的结果。纵轴越低，说明服务器收到的平均更新越接近真实更新。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27DFF-7302-4F1D-BC6C-AF502E05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9557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5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在相同系数个数、相同量化位数下：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SRK 作为基准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直接 Fourier 基本没有变好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两种 Kashin 都更低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35AD4-74E2-4C1E-ABCF-E8812C78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4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平均看，Kashin 的聚合失真比 SRK 低大约 20%。这说明它的“系数更均匀”确实有作用。</a:t>
            </a:r>
          </a:p>
        </p:txBody>
      </p:sp>
    </p:spTree>
    <p:extLst>
      <p:ext uri="{BB962C8B-B14F-4D97-AF65-F5344CB8AC3E}">
        <p14:creationId xmlns:p14="http://schemas.microsoft.com/office/powerpoint/2010/main" val="87822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D0978-06C9-478A-B8A3-896461A6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失真变小，还没有变成稳定的通信优势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093DE-ED06-4B68-B0D0-4087D6ED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03303-8953-4E01-BE8B-DE830A37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41856a25442ae"/>
          <a:stretch xmlns:a="http://schemas.openxmlformats.org/drawingml/2006/main"/>
        </p:blipFill>
        <p:spPr>
          <a:xfrm xmlns:a="http://schemas.openxmlformats.org/drawingml/2006/main">
            <a:off x="228600" y="2219325"/>
            <a:ext cx="7239000" cy="2895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10DDA-4365-41AE-B7F8-34C4FA68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左边看最终准确率，右边看先到 92% 时用了多少通信。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70757-3AEB-4954-8300-7A6D62A1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476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旧 Kashin 1-bit 比 SRK 1-bit 平均高 0.144 个百分点。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但只有 5 个种子，优势很小。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新版 Kashin 没有稳定超过旧版。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07EDA-AFEF-42E7-8882-563EF48C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476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8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到 92% 时，SRK 1-bit 平均 21.2 轮，Kashin 平均 21.8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所以目前还不能说 Kashin 更省通信。</a:t>
            </a:r>
          </a:p>
        </p:txBody>
      </p:sp>
    </p:spTree>
    <p:extLst>
      <p:ext uri="{BB962C8B-B14F-4D97-AF65-F5344CB8AC3E}">
        <p14:creationId xmlns:p14="http://schemas.microsoft.com/office/powerpoint/2010/main" val="171418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2342B-E990-48CE-A682-08031AE8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参考文献怎么做，λ 接下来怎么做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996B0-A8A7-410F-84E3-3F4217ED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4684E-B8BE-4460-9403-F2C7912C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33E4E-F430-49A7-9748-0DCD309E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523875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BCD3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E88B1-8C6E-45C8-8F0E-263092AC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文献不只是看失真，但都先看失真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A27ED-6BA2-4CA4-943A-881DB273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343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Safaryan 等：先比较方差，再看压缩后的优化收敛。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9C01E-B324-440B-9716-DC9C338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4343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DRIVE：既比较失真，也做联邦学习准确率，对比 FedAvg、Hadamard 和 Kashin。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AF4A5-54EB-4454-9C9F-7C847C49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15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所以我的顺序也是：先确认失真，再比较固定通信量下的准确率。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DC838-8A75-49DA-BA7C-DC29C0E0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λ 的实验只做小范围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80BA6-FC4D-453B-B51E-FA95D6B9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28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λ = 1.1、1.288、1.5、1.75、2.0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89757-5C09-48DE-A791-2BDDA84C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4762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先用已经保存的真实更新，测失真和计算时间。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只挑少量有希望的 λ，再做完整训练。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最后比较相同总通信量下，谁的准确率更高。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F92C3-1997-4EFC-9C31-635248BB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3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λ 增大后如果只增加通信和时间，就不再往更大 λ 扩展。</a:t>
            </a:r>
          </a:p>
        </p:txBody>
      </p:sp>
    </p:spTree>
    <p:extLst>
      <p:ext uri="{BB962C8B-B14F-4D97-AF65-F5344CB8AC3E}">
        <p14:creationId xmlns:p14="http://schemas.microsoft.com/office/powerpoint/2010/main" val="717276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2026-09-20T06:27:52.3360000Z</dcterms:created>
  <dcterms:modified xsi:type="dcterms:W3CDTF">2026-09-20T06:27:52.3360000Z</dcterms:modified>
</coreProperties>
</file>