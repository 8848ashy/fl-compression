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39b0f4b64548f2" /><Relationship Type="http://schemas.openxmlformats.org/officeDocument/2006/relationships/extended-properties" Target="/docProps/app.xml" Id="R28fa267d70864b0c" /><Relationship Type="http://schemas.openxmlformats.org/officeDocument/2006/relationships/officeDocument" Target="/ppt/presentation.xml" Id="Racbebe8ee6bc45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d563277efe4e9f"/>
  </p:sldMasterIdLst>
  <p:notesMasterIdLst>
    <p:notesMasterId xmlns:r="http://schemas.openxmlformats.org/officeDocument/2006/relationships" r:id="R3e498f2be9df4b63"/>
  </p:notesMasterIdLst>
  <p:sldIdLst>
    <p:sldId xmlns:r="http://schemas.openxmlformats.org/officeDocument/2006/relationships" id="256" r:id="Rdb027dc6a66045ce"/>
    <p:sldId xmlns:r="http://schemas.openxmlformats.org/officeDocument/2006/relationships" id="257" r:id="R1f0693e0ee5d4ffa"/>
    <p:sldId xmlns:r="http://schemas.openxmlformats.org/officeDocument/2006/relationships" id="258" r:id="R922044dc359c43a8"/>
    <p:sldId xmlns:r="http://schemas.openxmlformats.org/officeDocument/2006/relationships" id="259" r:id="R8e1af60ac31e4181"/>
    <p:sldId xmlns:r="http://schemas.openxmlformats.org/officeDocument/2006/relationships" id="260" r:id="R69ec31dd48de4ba9"/>
    <p:sldId xmlns:r="http://schemas.openxmlformats.org/officeDocument/2006/relationships" id="261" r:id="Ra21ed367a0c949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dcb54bd10d43a0" /><Relationship Type="http://schemas.openxmlformats.org/officeDocument/2006/relationships/slideMaster" Target="/ppt/slideMasters/slideMaster1.xml" Id="Ra1d563277efe4e9f" /><Relationship Type="http://schemas.openxmlformats.org/officeDocument/2006/relationships/notesMaster" Target="/ppt/notesMasters/notesMaster1.xml" Id="R3e498f2be9df4b63" /><Relationship Type="http://schemas.openxmlformats.org/officeDocument/2006/relationships/presProps" Target="/ppt/presProps.xml" Id="R93c927d8b49149a0" /><Relationship Type="http://schemas.openxmlformats.org/officeDocument/2006/relationships/tableStyles" Target="/ppt/tableStyles.xml" Id="R36f6f9bc64f14502" /><Relationship Type="http://schemas.openxmlformats.org/officeDocument/2006/relationships/slide" Target="/ppt/slides/slide1.xml" Id="Rdb027dc6a66045ce" /><Relationship Type="http://schemas.openxmlformats.org/officeDocument/2006/relationships/slide" Target="/ppt/slides/slide2.xml" Id="R1f0693e0ee5d4ffa" /><Relationship Type="http://schemas.openxmlformats.org/officeDocument/2006/relationships/slide" Target="/ppt/slides/slide3.xml" Id="R922044dc359c43a8" /><Relationship Type="http://schemas.openxmlformats.org/officeDocument/2006/relationships/slide" Target="/ppt/slides/slide4.xml" Id="R8e1af60ac31e4181" /><Relationship Type="http://schemas.openxmlformats.org/officeDocument/2006/relationships/slide" Target="/ppt/slides/slide5.xml" Id="R69ec31dd48de4ba9" /><Relationship Type="http://schemas.openxmlformats.org/officeDocument/2006/relationships/slide" Target="/ppt/slides/slide6.xml" Id="Ra21ed367a0c9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ce669d8abc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2a6275efc4539" /><Relationship Type="http://schemas.openxmlformats.org/officeDocument/2006/relationships/notesMaster" Target="/ppt/notesMasters/notesMaster1.xml" Id="R670fa50f39a846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d0f8a4b8564aeb" /><Relationship Type="http://schemas.openxmlformats.org/officeDocument/2006/relationships/notesMaster" Target="/ppt/notesMasters/notesMaster1.xml" Id="Ra12fbed5c40543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37775c0cb0417b" /><Relationship Type="http://schemas.openxmlformats.org/officeDocument/2006/relationships/notesMaster" Target="/ppt/notesMasters/notesMaster1.xml" Id="Rf01ccf1d1d1a47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7ca993edfb4b06" /><Relationship Type="http://schemas.openxmlformats.org/officeDocument/2006/relationships/notesMaster" Target="/ppt/notesMasters/notesMaster1.xml" Id="Rc633e3afabb5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b0fceb62a84ff5" /><Relationship Type="http://schemas.openxmlformats.org/officeDocument/2006/relationships/notesMaster" Target="/ppt/notesMasters/notesMaster1.xml" Id="Rbc3681dccdb646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9d9f6b18144555" /><Relationship Type="http://schemas.openxmlformats.org/officeDocument/2006/relationships/notesMaster" Target="/ppt/notesMasters/notesMaster1.xml" Id="Rfbd5585870b447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本次汇报使用本项目已运行的实验图。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图源：D:/FL/plots/kashin_lambda_tradeoff_per_dim.png。该图是旧实验，只用来说明当时的问题，不作为当前结论。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实验：experiments.matched_distortion；结果目录 results/20260917_235716_matched_distortion/。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图源：D:/FL/plots/20260917_235716_matched_distortion.png；5 seeds，3 snapshots，12 stochastic-rounding draws。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图源：D:/FL/plots/20260918_003054_accuracy_and_communication.png；完整结果 results/20260918_003054_matched_accuracy/。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文献：Safaryan et al. 2022 比较 λ=1.1,1.5,2.0；Saha et al. 2022 指出固定预算下常倾向 λ 接近 1。详见 docs/Research_Overview_20260918.md。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7f6d78c334d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c93b23341493d" /><Relationship Type="http://schemas.openxmlformats.org/officeDocument/2006/relationships/slideLayout" Target="/ppt/slideLayouts/slideLayout1.xml" Id="Rdf12e2eebff04c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2e2eebff04c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8bf6d9c304e57" /><Relationship Type="http://schemas.openxmlformats.org/officeDocument/2006/relationships/notesSlide" Target="/ppt/notesSlides/notesSlide1.xml" Id="Raf01362af50844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3a5663b484e84" /><Relationship Type="http://schemas.openxmlformats.org/officeDocument/2006/relationships/image" Target="/ppt/media/image.png" Id="R4d1d7e90a7e74dce" /><Relationship Type="http://schemas.openxmlformats.org/officeDocument/2006/relationships/notesSlide" Target="/ppt/notesSlides/notesSlide2.xml" Id="R1da1caa04a9b40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97f10ed724f0f" /><Relationship Type="http://schemas.openxmlformats.org/officeDocument/2006/relationships/notesSlide" Target="/ppt/notesSlides/notesSlide3.xml" Id="R9ec51abf56b54f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c073340ca4949" /><Relationship Type="http://schemas.openxmlformats.org/officeDocument/2006/relationships/image" Target="/ppt/media/image2.png" Id="Rcc7eb37b17b64a50" /><Relationship Type="http://schemas.openxmlformats.org/officeDocument/2006/relationships/notesSlide" Target="/ppt/notesSlides/notesSlide4.xml" Id="R6ebd08e83fc4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343b4cde344da" /><Relationship Type="http://schemas.openxmlformats.org/officeDocument/2006/relationships/image" Target="/ppt/media/image3.png" Id="R47702cb59cfb4241" /><Relationship Type="http://schemas.openxmlformats.org/officeDocument/2006/relationships/notesSlide" Target="/ppt/notesSlides/notesSlide5.xml" Id="Rc48d50bdc01645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fd7bbf50f40bc" /><Relationship Type="http://schemas.openxmlformats.org/officeDocument/2006/relationships/notesSlide" Target="/ppt/notesSlides/notesSlide6.xml" Id="R1c9d574bf15e45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26106-F145-439F-AC08-5285958D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Kashin 压缩的失真误差和 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8CAB6-D286-4854-91C1-E35A7226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这次想回答两个问题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CB2C1-3DFB-493B-BDCF-63183E57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933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 Kashin 到底有没有让服务器收到的更新更准确？</a:t>
            </a:r>
          </a:p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 λ 变大以后，到底有没有可能更划算？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64C14-532E-4844-BC17-6CEA24F0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MNIST + MLP；联邦学习上传模型更新；2026.09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5BF28-BAD2-4A61-A15F-315A934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53965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CA175-F695-476A-AE9A-0379629E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上次的 λ 图告诉了我什么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5CD4B-7F46-4506-B114-981866A5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AE125-EA83-4492-8222-93DFB6CA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d7e90a7e74dce"/>
          <a:stretch xmlns:a="http://schemas.openxmlformats.org/drawingml/2006/main"/>
        </p:blipFill>
        <p:spPr>
          <a:xfrm xmlns:a="http://schemas.openxmlformats.org/drawingml/2006/main">
            <a:off x="361950" y="1638300"/>
            <a:ext cx="6762750" cy="4057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2DE9E-F204-4790-9545-EBFB89B8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287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以前的图里，λ 变大以后，准确率没有明显变好。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B7BE8-5B7B-48A9-9C49-19A14BB5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但这个图还有问题：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以前主要看最高准确率。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单种子波动比较大。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差异来自变换，还是训练随机性，还不清楚。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9DEB4-9FFC-4C47-BD2C-CA5E22A5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012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所以这次先不直接问“准确率谁最高”，先问压缩本身带来了多少误差。</a:t>
            </a:r>
          </a:p>
        </p:txBody>
      </p:sp>
    </p:spTree>
    <p:extLst>
      <p:ext uri="{BB962C8B-B14F-4D97-AF65-F5344CB8AC3E}">
        <p14:creationId xmlns:p14="http://schemas.microsoft.com/office/powerpoint/2010/main" val="19818384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78FA2-92AA-4A14-BDF5-157AC18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这次先测“服务器收到的更新差多少”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41CDF-3A38-46DC-BCFB-F6CC20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B5102-8CAB-4050-94AE-FED0C6C6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C572C-27E7-424E-B113-58F7F0A7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BCD3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6DA11-54F5-4631-8072-21AC5B37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同一批客户端更新，分别压缩，再比较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58234-3DA4-4CEC-B301-11C851A5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真实平均更新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7E8E7-4D12-4794-9813-084CFC3E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39E27-C01B-474C-946F-A15E9647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46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压缩后恢复的平均更新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6A437-BF5D-4E7E-B07D-3FAD8436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两者距离越小，说明压缩带来的误差越小。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D2DDE-A8FA-489A-AD52-A6D2B53B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这次把训练过程先固定住。每种方法看到的是同一批真实更新。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DBB5E-2454-4286-A07E-B5F5A215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5 个随机种子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每个种子取第 1、5、15 轮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每次更新重复量化 12 次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SRK、直接 Fourier、两种 Kashin 都用同一批输入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A49E7-C683-4ED0-87CA-1BA9502A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这样测到的差别，主要就是压缩器本身的差别。</a:t>
            </a:r>
          </a:p>
        </p:txBody>
      </p:sp>
    </p:spTree>
    <p:extLst>
      <p:ext uri="{BB962C8B-B14F-4D97-AF65-F5344CB8AC3E}">
        <p14:creationId xmlns:p14="http://schemas.microsoft.com/office/powerpoint/2010/main" val="1562689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18E05-6CD6-4FA2-9F90-1155635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相同发送长度下，Kashin 的失真更小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5913E-1A8E-4855-8D98-7E050964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D4985-A840-43D6-B0C7-6F21531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eb37b17b64a50"/>
          <a:stretch xmlns:a="http://schemas.openxmlformats.org/drawingml/2006/main"/>
        </p:blipFill>
        <p:spPr>
          <a:xfrm xmlns:a="http://schemas.openxmlformats.org/drawingml/2006/main">
            <a:off x="238125" y="2280505"/>
            <a:ext cx="7334250" cy="28208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29A17-1568-4144-AE8E-15EE690C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8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左图是这次最重要的结果。纵轴越低，说明服务器收到的平均更新越接近真实更新。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E90BE-9B96-49FE-8FFA-66F84430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5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在相同系数个数、相同量化位数下：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SRK 作为基准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直接 Fourier 基本没有变好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两种 Kashin 都更低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72482-0478-465F-B499-FDEEA6AE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4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平均看，Kashin 的聚合失真比 SRK 低大约 20%。这说明它的“系数更均匀”确实有作用。</a:t>
            </a:r>
          </a:p>
        </p:txBody>
      </p:sp>
    </p:spTree>
    <p:extLst>
      <p:ext uri="{BB962C8B-B14F-4D97-AF65-F5344CB8AC3E}">
        <p14:creationId xmlns:p14="http://schemas.microsoft.com/office/powerpoint/2010/main" val="1538455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302C7-C63A-4C80-AFCB-70B17710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失真变小，还没有变成稳定的通信优势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E7035-C14D-4515-A74B-09093B0D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102B5-8B7E-4E3C-A695-EF4AF1AF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02cb59cfb4241"/>
          <a:stretch xmlns:a="http://schemas.openxmlformats.org/drawingml/2006/main"/>
        </p:blipFill>
        <p:spPr>
          <a:xfrm xmlns:a="http://schemas.openxmlformats.org/drawingml/2006/main">
            <a:off x="228600" y="2219325"/>
            <a:ext cx="7239000" cy="2895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91DD5-7E15-422B-897E-3CF9F0A0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左边看最终准确率，右边看先到 92% 时用了多少通信。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6E0F2-A881-4F20-B8AD-9627F4BC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476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旧 Kashin 1-bit 比 SRK 1-bit 平均高 0.144 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但只有 5 个种子，优势很小。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新版 Kashin 没有稳定超过旧版。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0EEA7-4FE8-40FE-847A-984C9C98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47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8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到 92% 时，SRK 1-bit 平均 21.2 轮，Kashin 平均 21.8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所以目前还不能说 Kashin 更省通信。</a:t>
            </a:r>
          </a:p>
        </p:txBody>
      </p:sp>
    </p:spTree>
    <p:extLst>
      <p:ext uri="{BB962C8B-B14F-4D97-AF65-F5344CB8AC3E}">
        <p14:creationId xmlns:p14="http://schemas.microsoft.com/office/powerpoint/2010/main" val="755666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80754-93A8-4F36-B87E-C5710E6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λ 可以研究，但范围要小，问题要问对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15B3A-145B-4B2A-B14A-DFB04DF2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36D2B-3419-4F2F-93E7-1B46CFDF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0E7F8-B3AC-4188-888F-FDB261A8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523875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BCD3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BCF68-2608-4907-BC5D-6B15520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λ 变大以后，会同时发生两件事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19594-210F-4DF6-88FF-B29FF39F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好的一面：系数可能更均匀，量化误差可能更小。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D3E84-9B1C-4F0F-A288-5C00370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46C0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代价：要发送更多系数，计算也会更慢。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5F19E-C41B-45A4-B9CF-2F653E9D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161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所以 λ 不能只看准确率，要同时看失真、通信和时间。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D373D-ADE5-4B4F-89F8-33D18C5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我建议下一步只研究小范围 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8AD92-4518-4897-B934-A7D8626A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λ = 1.1、1.288、1.5、1.75、2.0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68279-C5F9-435C-A498-A3E70AB7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第一步：先用已经保存的真实更新，看失真和计算时间。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第二步：只挑少量有希望的 λ 再做完整训练。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最后比较：相同总通信量下，谁的准确率更高。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16166-44FF-464D-8F68-9803F79B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6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如果 λ 增大后只增加通信和时间，就不再往更大 λ 扩展。</a:t>
            </a:r>
          </a:p>
        </p:txBody>
      </p:sp>
    </p:spTree>
    <p:extLst>
      <p:ext uri="{BB962C8B-B14F-4D97-AF65-F5344CB8AC3E}">
        <p14:creationId xmlns:p14="http://schemas.microsoft.com/office/powerpoint/2010/main" val="266266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2026-09-18T07:28:30.2820000Z</dcterms:created>
  <dcterms:modified xsi:type="dcterms:W3CDTF">2026-09-18T07:28:30.2820000Z</dcterms:modified>
</coreProperties>
</file>